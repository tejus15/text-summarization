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Tomorrow Semi Bold"/>
      <p:regular r:id="rId12"/>
    </p:embeddedFont>
    <p:embeddedFont>
      <p:font typeface="Tomorrow Semi Bold"/>
      <p:regular r:id="rId13"/>
    </p:embeddedFont>
    <p:embeddedFont>
      <p:font typeface="Tomorrow Semi Bold"/>
      <p:regular r:id="rId14"/>
    </p:embeddedFont>
    <p:embeddedFont>
      <p:font typeface="Tomorrow Semi Bold"/>
      <p:regular r:id="rId15"/>
    </p:embeddedFont>
    <p:embeddedFont>
      <p:font typeface="Tomorrow"/>
      <p:regular r:id="rId16"/>
    </p:embeddedFont>
    <p:embeddedFont>
      <p:font typeface="Tomorrow"/>
      <p:regular r:id="rId17"/>
    </p:embeddedFont>
    <p:embeddedFont>
      <p:font typeface="Tomorrow"/>
      <p:regular r:id="rId18"/>
    </p:embeddedFont>
    <p:embeddedFont>
      <p:font typeface="Tomorrow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628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NLP News Summarization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840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This presentation explores text summarization techniques through a comparative analysis of NLTK and spaCy libraries.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649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We'll examine how preprocessing affects summarization quality and which library performs better for news headline extraction.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459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6148983"/>
            <a:ext cx="6480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by Tejus Sanjay Sharma (Net ID: TXS220065)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1498" y="616863"/>
            <a:ext cx="7573804" cy="1191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Preprocessing in NLP Summarization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71498" y="2309098"/>
            <a:ext cx="428982" cy="428982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936" y="2344817"/>
            <a:ext cx="285988" cy="3574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1099" y="2309098"/>
            <a:ext cx="2386370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Linguistic Structure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891099" y="2721293"/>
            <a:ext cx="695420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 tagging reveals grammatical structure. It identifies key content words versus function words.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271498" y="3736658"/>
            <a:ext cx="428982" cy="428982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936" y="3772376"/>
            <a:ext cx="285988" cy="3574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91099" y="3736658"/>
            <a:ext cx="238351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Entity Recognition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891099" y="4148852"/>
            <a:ext cx="695420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NER extracts important named entities. These are often central to news stories.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271498" y="5164217"/>
            <a:ext cx="428982" cy="428982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36" y="5199936"/>
            <a:ext cx="285988" cy="3574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91099" y="5164217"/>
            <a:ext cx="2383512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891099" y="5576411"/>
            <a:ext cx="695420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POS and NER outputs serve as features. They improve machine learning model accuracy.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271498" y="6591776"/>
            <a:ext cx="428982" cy="428982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936" y="6627495"/>
            <a:ext cx="285988" cy="35742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91099" y="6591776"/>
            <a:ext cx="3033117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Semantic Understanding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6891099" y="7003971"/>
            <a:ext cx="6954203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These techniques provide semantic analysis. They move beyond simple keyword matching.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4" y="319921"/>
            <a:ext cx="3539609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Summarization Pipeline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4" y="888563"/>
            <a:ext cx="5199340" cy="42410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51908" y="866299"/>
            <a:ext cx="4678799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7307580" y="5351978"/>
            <a:ext cx="15240" cy="2620923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6" name="Shape 3"/>
          <p:cNvSpPr/>
          <p:nvPr/>
        </p:nvSpPr>
        <p:spPr>
          <a:xfrm>
            <a:off x="6922472" y="5566767"/>
            <a:ext cx="296704" cy="15240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7" name="Shape 4"/>
          <p:cNvSpPr/>
          <p:nvPr/>
        </p:nvSpPr>
        <p:spPr>
          <a:xfrm>
            <a:off x="7203936" y="5463183"/>
            <a:ext cx="222528" cy="222528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7240965" y="5481697"/>
            <a:ext cx="148352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584150" y="5450800"/>
            <a:ext cx="1236464" cy="15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Text Acquisition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7194" y="5664637"/>
            <a:ext cx="6413421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Raw news articles are collected from various sources.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411224" y="6061234"/>
            <a:ext cx="296704" cy="15240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12" name="Shape 9"/>
          <p:cNvSpPr/>
          <p:nvPr/>
        </p:nvSpPr>
        <p:spPr>
          <a:xfrm>
            <a:off x="7203936" y="5957649"/>
            <a:ext cx="222528" cy="222528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7240965" y="5976164"/>
            <a:ext cx="148352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809786" y="5945267"/>
            <a:ext cx="1236464" cy="15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Text Preprocessing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09786" y="6159103"/>
            <a:ext cx="6413421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Articles undergo tokenization, POS tagging, and NER.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22472" y="6506289"/>
            <a:ext cx="296704" cy="15240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17" name="Shape 14"/>
          <p:cNvSpPr/>
          <p:nvPr/>
        </p:nvSpPr>
        <p:spPr>
          <a:xfrm>
            <a:off x="7203936" y="6402705"/>
            <a:ext cx="222528" cy="222528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18" name="Text 15"/>
          <p:cNvSpPr/>
          <p:nvPr/>
        </p:nvSpPr>
        <p:spPr>
          <a:xfrm>
            <a:off x="7240965" y="6421219"/>
            <a:ext cx="148352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584150" y="6390323"/>
            <a:ext cx="1236464" cy="15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Feature Extraction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07194" y="6604159"/>
            <a:ext cx="6413421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words and entities are weighted by importance.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7411224" y="6951345"/>
            <a:ext cx="296704" cy="15240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22" name="Shape 19"/>
          <p:cNvSpPr/>
          <p:nvPr/>
        </p:nvSpPr>
        <p:spPr>
          <a:xfrm>
            <a:off x="7203936" y="6847761"/>
            <a:ext cx="222528" cy="222528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23" name="Text 20"/>
          <p:cNvSpPr/>
          <p:nvPr/>
        </p:nvSpPr>
        <p:spPr>
          <a:xfrm>
            <a:off x="7240965" y="6866275"/>
            <a:ext cx="148352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809786" y="6835378"/>
            <a:ext cx="1355408" cy="15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Summary Generation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809786" y="7049214"/>
            <a:ext cx="6413421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Extractive or abstractive techniques create concise summaries.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922472" y="7396401"/>
            <a:ext cx="296704" cy="15240"/>
          </a:xfrm>
          <a:prstGeom prst="roundRect">
            <a:avLst>
              <a:gd name="adj" fmla="val 97360"/>
            </a:avLst>
          </a:prstGeom>
          <a:solidFill>
            <a:srgbClr val="D6D0D0"/>
          </a:solidFill>
          <a:ln/>
        </p:spPr>
      </p:sp>
      <p:sp>
        <p:nvSpPr>
          <p:cNvPr id="27" name="Shape 24"/>
          <p:cNvSpPr/>
          <p:nvPr/>
        </p:nvSpPr>
        <p:spPr>
          <a:xfrm>
            <a:off x="7203936" y="7292816"/>
            <a:ext cx="222528" cy="222528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sp>
        <p:nvSpPr>
          <p:cNvPr id="28" name="Text 25"/>
          <p:cNvSpPr/>
          <p:nvPr/>
        </p:nvSpPr>
        <p:spPr>
          <a:xfrm>
            <a:off x="7240965" y="7311330"/>
            <a:ext cx="148352" cy="18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584150" y="7280434"/>
            <a:ext cx="1236464" cy="15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Evaluation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07194" y="7494270"/>
            <a:ext cx="6413421" cy="158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Results are measured against human-generated baselines.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961"/>
            <a:ext cx="79598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NLTK vs. spaCy Comparison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57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NLTK Results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25197"/>
            <a:ext cx="6244709" cy="38502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663059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NLTK provides reasonable headline extraction. Processing is somewhat slower with larger datasets.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19157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spaCy Results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2525197"/>
            <a:ext cx="6244709" cy="3879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99521" y="665976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spaCy generates more consistent headlines. It handles the 10,000 records dataset more efficiently.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87360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Conclusions and Best Practices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93790" y="2369344"/>
            <a:ext cx="3676174" cy="2156222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5" name="Text 2"/>
          <p:cNvSpPr/>
          <p:nvPr/>
        </p:nvSpPr>
        <p:spPr>
          <a:xfrm>
            <a:off x="997863" y="2573417"/>
            <a:ext cx="288929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Performance Findings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97863" y="3014663"/>
            <a:ext cx="3268028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spaCy demonstrates clear operational advantages over NLTK for large-scale news summarization tasks.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74037" y="2369344"/>
            <a:ext cx="3676174" cy="2156222"/>
          </a:xfrm>
          <a:prstGeom prst="roundRect">
            <a:avLst>
              <a:gd name="adj" fmla="val 1420"/>
            </a:avLst>
          </a:prstGeom>
          <a:solidFill>
            <a:srgbClr val="F0EAEA"/>
          </a:solidFill>
          <a:ln/>
        </p:spPr>
      </p:sp>
      <p:sp>
        <p:nvSpPr>
          <p:cNvPr id="8" name="Text 5"/>
          <p:cNvSpPr/>
          <p:nvPr/>
        </p:nvSpPr>
        <p:spPr>
          <a:xfrm>
            <a:off x="4878110" y="2573417"/>
            <a:ext cx="300692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Dataset Considerations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78110" y="3014663"/>
            <a:ext cx="3268028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headlines dataset contained approximately 10,000 records. Size impacts library performance significantly.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3790" y="4729639"/>
            <a:ext cx="7556421" cy="1502807"/>
          </a:xfrm>
          <a:prstGeom prst="roundRect">
            <a:avLst>
              <a:gd name="adj" fmla="val 2038"/>
            </a:avLst>
          </a:prstGeom>
          <a:solidFill>
            <a:srgbClr val="F0EAEA"/>
          </a:solidFill>
          <a:ln/>
        </p:spPr>
      </p:sp>
      <p:sp>
        <p:nvSpPr>
          <p:cNvPr id="11" name="Text 8"/>
          <p:cNvSpPr/>
          <p:nvPr/>
        </p:nvSpPr>
        <p:spPr>
          <a:xfrm>
            <a:off x="997863" y="493371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Best Practice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97863" y="5374958"/>
            <a:ext cx="714827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Both libraries are effective, but spaCy outperforms NLTK when processing larger datasets with complex entities.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3790" y="6461998"/>
            <a:ext cx="755642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For professional NLP applications requiring efficient processing of news content, spaCy provides superior performance while maintaining high-quality results.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2025-03-26T22:30:11Z</dcterms:created>
  <dcterms:modified xsi:type="dcterms:W3CDTF">2025-03-26T22:30:11Z</dcterms:modified>
</cp:coreProperties>
</file>